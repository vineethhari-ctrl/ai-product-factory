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Supervisors re-key every job card twice.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pain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Manual job cards</a:t>
            </a:r>
          </a:p>
          <a:p>
            <a:r>
              <a:t>No SLA tracking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Target state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Mobile capture by technicians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